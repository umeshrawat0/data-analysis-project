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F7E4-5BF7-A1FB-1BB9-012B084BA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F7918-37A9-5EB0-B7DD-ADA5D5348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D725E-A0F8-DB56-AA44-63192360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5C171-B0D2-9C07-C20F-960579F0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9272C-4CBB-9245-2720-2CBEE6A5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1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E7EC-B4F7-1FE6-4126-FEE4C74F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80E10-7F68-5183-210F-02EB46565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3D4A-88FE-5336-7C69-FAFBB951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3B4E9-7D7C-D3C4-D172-17EA5797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017DA-0EF0-C858-AB62-73647691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19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1968-CED1-56AD-B690-928AEE11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EA3CA-E06E-CE74-B6AE-79B0DD0AA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76B95-755C-FE0F-05DC-93B02E2B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6C498-C087-CB94-8508-E5463F84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410B5-C721-C17A-96AF-C663CE73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09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C30F-34B7-257B-DA1F-A33AB121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A528A-1702-0B6A-53CF-F7D8624EC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524F0-5FD6-5E9C-2812-0D4274A49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B481E-4753-DA12-45DE-8EFCF63F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7320E-9466-CA61-F9EC-11CAF654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F3FB6-6FE6-83D1-9F45-2B8A50EF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3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F902-5D6D-8A06-10B5-A216ABFC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B0AA4-6F5E-14D9-ADCB-9CEEAB7A3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AB2A-6481-65F7-A416-2183C1C7D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15DEE-4A55-2F97-0B96-727D8E453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944E1-ABA8-B572-8824-1C7823A45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40B228-AF39-91DB-DEFB-B6709B3E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0A0E4-B9FA-7BC0-D750-BCAB0091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70B83-E558-3509-14A8-8757AFC4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12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04CE2-2AE4-C5F0-B983-025B725E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3EA4B-E98F-2A35-F834-76F2A6D9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2B7D8-F431-66CA-9EEB-7E822905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3C97F-ADD0-C3CA-5E75-C188C5A3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09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4644C-0728-0A32-2170-A4744B017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E43BC-7990-53DA-3D1D-644593BA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51737-B12F-9601-3C55-68078032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33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062B-206C-7A7C-EFA9-0221D8BA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DA37-703C-B288-E349-A0DFAA029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981C0-092D-7FE0-9BE0-FF113A7D2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9063C-2043-CAAF-CB9E-D83D49005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EEBE3-BA5B-72EF-28C4-D852B787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11A8C-CCDC-7089-0435-1340E1F4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79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03B4-FA57-0C82-EE97-3EA9B7F1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9E154D-E72E-6D93-5675-9500FBC13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F9392-8621-1BAD-F7B4-E11EB126A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CC6D0-047A-EF2A-C02E-1FC275E68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B4255-D45C-F23A-C690-8F9E8448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BEA06-B4CC-9647-BDEB-01F96887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84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57D1-142D-FAAC-DE63-EEA9F780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AA1EB-E9F1-520E-DEFE-A63F5C61E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AD747-9EB2-F567-4A6D-E048CFB9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5A51-2E24-B59C-D4BA-82DF2AB4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4487B-8970-4833-2372-D0EDC3C1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5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3085A-E850-97F3-AA56-9CB7299FD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56F0F-E31C-4A89-F7FE-8408D7DEB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F31F3-FFC8-84AB-C281-9FA25615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811BA-0FC4-14C7-DD61-FEAD7A69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0B453-1496-9A5E-BCA9-D31C379C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3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7FA78-565B-6F3E-030D-25899A56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4AB20-DB64-805C-FC0E-7AFFE8101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66754-0B43-1CF9-11CD-1A1DA806E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B8B78-AF4D-40F8-9AF4-EFC959AD5A7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6369-CC45-A32B-A20E-2B2ED6BFA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DC54F-82BB-02D9-44DF-0D2E88693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87850-189C-46D8-8E81-70EA3B4F5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55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2B6B70-E0E6-FD8A-B58A-DD56BB832AF1}"/>
              </a:ext>
            </a:extLst>
          </p:cNvPr>
          <p:cNvSpPr txBox="1"/>
          <p:nvPr/>
        </p:nvSpPr>
        <p:spPr>
          <a:xfrm>
            <a:off x="2604052" y="0"/>
            <a:ext cx="4721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Insights</a:t>
            </a:r>
            <a:endParaRPr lang="en-US" sz="4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16498-34D0-B789-E55C-CA345BC74B1A}"/>
              </a:ext>
            </a:extLst>
          </p:cNvPr>
          <p:cNvSpPr txBox="1"/>
          <p:nvPr/>
        </p:nvSpPr>
        <p:spPr>
          <a:xfrm>
            <a:off x="329938" y="1176528"/>
            <a:ext cx="9473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     WOW CHANGE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Revenue increased by 28.8%,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B5F60-85F6-6DE4-8626-9872F235ED55}"/>
              </a:ext>
            </a:extLst>
          </p:cNvPr>
          <p:cNvSpPr txBox="1"/>
          <p:nvPr/>
        </p:nvSpPr>
        <p:spPr>
          <a:xfrm>
            <a:off x="329938" y="2456795"/>
            <a:ext cx="109445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    OVERVIEW YTD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Overall revenue is 57M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Total interest is 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Total transaction amount is 46M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Male customers are contributing more in revenue 31M, female 26M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TX,NY &amp; CA is contributing to 68%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Overall Activation rate is 57.5%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Overall Delinquent rate Is 6.06%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09439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rawat</dc:creator>
  <cp:lastModifiedBy>mohit rawat</cp:lastModifiedBy>
  <cp:revision>2</cp:revision>
  <dcterms:created xsi:type="dcterms:W3CDTF">2026-04-03T08:43:05Z</dcterms:created>
  <dcterms:modified xsi:type="dcterms:W3CDTF">2026-04-03T09:08:47Z</dcterms:modified>
</cp:coreProperties>
</file>